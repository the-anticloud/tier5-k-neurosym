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K_NEUROSYM</a:t>
            </a:r>
          </a:p>
          <a:p>
            <a:r>
              <a:t>Tier: TIER_5_WORLD_NEURO_EMBODIED</a:t>
            </a:r>
          </a:p>
          <a:p>
            <a:r>
              <a:t>Identity: Upstream KQYaili/neurosymbolic-reasoning @ af3b341a5aa7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KQYaili/neurosymbolic-reasoning |</a:t>
            </a:r>
          </a:p>
          <a:p>
            <a:r>
              <a:t>| Commit | af3b341a5aa77ab38aeb380794e5b8e6ddc5644d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137.64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K_NEUROSYM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