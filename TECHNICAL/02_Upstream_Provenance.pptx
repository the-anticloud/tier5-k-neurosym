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Upstream Provenance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K_NEUROSYM</a:t>
            </a:r>
          </a:p>
          <a:p>
            <a:r>
              <a:t>Tier: TIER_5_WORLD_NEURO_EMBODIED</a:t>
            </a:r>
          </a:p>
          <a:p>
            <a:r>
              <a:t>Identity: Upstream KQYaili/neurosymbolic-reasoning @ af3b341a5aa7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Recorded identity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KQYaili/neurosymbolic-reasoning |</a:t>
            </a:r>
          </a:p>
          <a:p>
            <a:r>
              <a:t>| Commit | af3b341a5aa77ab38aeb380794e5b8e6ddc5644d |</a:t>
            </a:r>
          </a:p>
          <a:p>
            <a:r>
              <a:t>| Upstream licence | MIT |</a:t>
            </a:r>
          </a:p>
          <a:p>
            <a:r>
              <a:t>| Licence class | permissive |</a:t>
            </a:r>
          </a:p>
          <a:p>
            <a:r>
              <a:t>| Clone size | 137.64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Obligation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K_NEUROSYM is vendored under MIT (permissive). Any Anticloud edit to</a:t>
            </a:r>
          </a:p>
          <a:p>
            <a:r>
              <a:t>the vendored tree is a derivative work and is tracked in</a:t>
            </a:r>
          </a:p>
          <a:p>
            <a:r>
              <a:t>anticloud-edits.json; the notice of changes is at the project NOTICE.md.</a:t>
            </a:r>
          </a:p>
          <a:p>
            <a:r>
              <a:t>Where the licence class is unknown, no edit may be applied until the</a:t>
            </a:r>
          </a:p>
          <a:p>
            <a:r>
              <a:t>licence is identified, because the absence of a licence is not a grant.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